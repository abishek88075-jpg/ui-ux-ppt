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7D874F-2C9C-470E-9D6E-D9BB307E078C}" v="23" dt="2026-10-07T06:41:39.8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0D935-9B60-4082-8423-463297B853A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E5699D-A47D-4CBD-8340-378E33AB2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625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5699D-A47D-4CBD-8340-378E33AB240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778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85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9807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0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21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343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97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67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8152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11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86121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714327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19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0603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72036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7234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909229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6633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2827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1566075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34641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4291180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96010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9320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457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8366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06922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8278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803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818120" cy="6858000"/>
          </a:xfrm>
          <a:prstGeom prst="rect">
            <a:avLst/>
          </a:prstGeom>
          <a:solidFill>
            <a:srgbClr val="1B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802368" y="3154680"/>
            <a:ext cx="384048" cy="292608"/>
          </a:xfrm>
          <a:prstGeom prst="rect">
            <a:avLst/>
          </a:prstGeom>
          <a:noFill/>
          <a:ln>
            <a:solidFill>
              <a:srgbClr val="AAA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DCDD2"/>
                </a:solidFill>
              </a:defRPr>
            </a:pPr>
            <a:r>
              <a:t>ASSIGNMENT: UI/UX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6492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800" b="1">
                <a:solidFill>
                  <a:srgbClr val="F8F8F8"/>
                </a:solidFill>
              </a:defRPr>
            </a:pPr>
            <a:r>
              <a:t>UI/UX DESIGN</a:t>
            </a:r>
          </a:p>
          <a:p>
            <a:pPr>
              <a:spcAft>
                <a:spcPts val="0"/>
              </a:spcAft>
              <a:defRPr sz="3800" b="1">
                <a:solidFill>
                  <a:srgbClr val="F8F8F8"/>
                </a:solidFill>
              </a:defRPr>
            </a:pPr>
            <a:r>
              <a:t>ANALYSIS OF</a:t>
            </a:r>
          </a:p>
          <a:p>
            <a:pPr>
              <a:spcAft>
                <a:spcPts val="0"/>
              </a:spcAft>
              <a:defRPr sz="3800" b="1">
                <a:solidFill>
                  <a:srgbClr val="F8F8F8"/>
                </a:solidFill>
              </a:defRPr>
            </a:pPr>
            <a:r>
              <a:t>DISCORD MOBILE</a:t>
            </a:r>
          </a:p>
          <a:p>
            <a:pPr>
              <a:spcAft>
                <a:spcPts val="0"/>
              </a:spcAft>
              <a:defRPr sz="3800" b="1">
                <a:solidFill>
                  <a:srgbClr val="F8F8F8"/>
                </a:solidFill>
              </a:defRPr>
            </a:pPr>
            <a:r>
              <a:t>APPLICATION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5074920"/>
            <a:ext cx="6355080" cy="228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5349240"/>
            <a:ext cx="5303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8F8"/>
                </a:solidFill>
              </a:defRPr>
            </a:pPr>
            <a:r>
              <a:t>ABISHEK</a:t>
            </a:r>
          </a:p>
          <a:p>
            <a:pPr>
              <a:defRPr sz="1200" b="1">
                <a:solidFill>
                  <a:srgbClr val="CDCDD2"/>
                </a:solidFill>
              </a:defRPr>
            </a:pPr>
            <a:r>
              <a:t>BSC AI &amp; ML</a:t>
            </a:r>
          </a:p>
        </p:txBody>
      </p:sp>
      <p:sp>
        <p:nvSpPr>
          <p:cNvPr id="11" name="Oval 10"/>
          <p:cNvSpPr/>
          <p:nvPr/>
        </p:nvSpPr>
        <p:spPr>
          <a:xfrm>
            <a:off x="6629400" y="5257800"/>
            <a:ext cx="685800" cy="685800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3" name="Picture 12" descr="Discord Round Color Icon SVG Vector &amp; PNG Free Download | UXWing">
            <a:extLst>
              <a:ext uri="{FF2B5EF4-FFF2-40B4-BE49-F238E27FC236}">
                <a16:creationId xmlns:a16="http://schemas.microsoft.com/office/drawing/2014/main" id="{1D300EC5-147C-1A41-2954-51A12ACF2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5244888"/>
            <a:ext cx="685800" cy="733002"/>
          </a:xfrm>
          <a:prstGeom prst="rect">
            <a:avLst/>
          </a:prstGeom>
        </p:spPr>
      </p:pic>
      <p:pic>
        <p:nvPicPr>
          <p:cNvPr id="14" name="Picture 13" descr="Free Discord Presentation Template – PPT &amp; Google Slides - SlideChef">
            <a:extLst>
              <a:ext uri="{FF2B5EF4-FFF2-40B4-BE49-F238E27FC236}">
                <a16:creationId xmlns:a16="http://schemas.microsoft.com/office/drawing/2014/main" id="{C21EFA2D-B523-1B1B-D1C7-44C01A2AC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7604" y="-1"/>
            <a:ext cx="43735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865F2"/>
                </a:solidFill>
              </a:defRPr>
            </a:pPr>
            <a:r>
              <a:t>ASSIGNMENT: UI/UX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571499"/>
            <a:ext cx="558197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1. NAVIGATION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881360" cy="228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658368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2"/>
                </a:solidFill>
              </a:rPr>
              <a:t>• Discord uses a layered navigation system with servers, channels, direct messages, and settings.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2"/>
                </a:solidFill>
              </a:rPr>
              <a:t>• Servers are accessed from the left side, while channels are organized inside each server.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2"/>
                </a:solidFill>
              </a:rPr>
              <a:t>• Users can quickly switch between text channels, voice channels, and direct messages.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2"/>
                </a:solidFill>
              </a:rPr>
              <a:t>• Navigation is consistent across the main parts of the application.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0976" y="4169663"/>
            <a:ext cx="25039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5F69"/>
                </a:solidFill>
              </a:defRPr>
            </a:pPr>
            <a:r>
              <a:rPr dirty="0"/>
              <a:t>n</a:t>
            </a:r>
          </a:p>
        </p:txBody>
      </p:sp>
      <p:pic>
        <p:nvPicPr>
          <p:cNvPr id="27" name="Picture 26" descr="A preview of the new merged &quot;Home&quot; tab. It now includes both servers and DMs in one place.">
            <a:extLst>
              <a:ext uri="{FF2B5EF4-FFF2-40B4-BE49-F238E27FC236}">
                <a16:creationId xmlns:a16="http://schemas.microsoft.com/office/drawing/2014/main" id="{B444C0AE-1D75-7BE2-F2FD-35104DAF6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3733" y="1737360"/>
            <a:ext cx="2531534" cy="4643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865F2"/>
                </a:solidFill>
              </a:defRPr>
            </a:pPr>
            <a:r>
              <a:t>ASSIGNMENT: UI/UX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542328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2. LAYOUT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881360" cy="228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658368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The interface is divided into clear sections: server list, channel list, chat area, and user controls.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Information is grouped logically, reducing confusion while moving between conversations.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Icons and spacing help users identify important actions quickly.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The layout supports both casual chatting and large communities</a:t>
            </a:r>
            <a:r>
              <a:rPr dirty="0"/>
              <a:t>.</a:t>
            </a:r>
          </a:p>
        </p:txBody>
      </p:sp>
      <p:pic>
        <p:nvPicPr>
          <p:cNvPr id="29" name="Picture 28" descr="Browse thousands of Discord Concept images for design inspiration | Dribbble">
            <a:extLst>
              <a:ext uri="{FF2B5EF4-FFF2-40B4-BE49-F238E27FC236}">
                <a16:creationId xmlns:a16="http://schemas.microsoft.com/office/drawing/2014/main" id="{7674C7BC-6F6F-40AB-86C1-E79099851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200" y="1622781"/>
            <a:ext cx="3930476" cy="42219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865F2"/>
                </a:solidFill>
              </a:defRPr>
            </a:pPr>
            <a:r>
              <a:t>ASSIGNMENT: UI/UX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382188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3. COLOR SCHEME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881360" cy="228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658368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Discord mainly uses dark neutral backgrounds with purple as its recognizable accent color.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Dark surfaces help reduce visual distraction and make chat content stand out.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Accent colors are used for selected servers, buttons, links, notifications, and important states.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Consistent colors strengthen Discord's visual identity.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200400" cy="566928"/>
          </a:xfrm>
          <a:prstGeom prst="roundRect">
            <a:avLst/>
          </a:prstGeom>
          <a:solidFill>
            <a:srgbClr val="2F3136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195681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Dark Gray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606040"/>
            <a:ext cx="3200400" cy="566928"/>
          </a:xfrm>
          <a:prstGeom prst="roundRect">
            <a:avLst/>
          </a:prstGeom>
          <a:solidFill>
            <a:srgbClr val="36393F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79" y="273405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Channel Gray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383280"/>
            <a:ext cx="3200400" cy="566928"/>
          </a:xfrm>
          <a:prstGeom prst="roundRect">
            <a:avLst/>
          </a:prstGeom>
          <a:solidFill>
            <a:srgbClr val="5865F2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955279" y="3511296"/>
            <a:ext cx="71526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232D"/>
                </a:solidFill>
              </a:defRPr>
            </a:pPr>
            <a:r>
              <a:rPr lang="en-IN" dirty="0" err="1"/>
              <a:t>Purp</a:t>
            </a:r>
            <a:r>
              <a:rPr dirty="0"/>
              <a:t>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160520"/>
            <a:ext cx="32004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79" y="428853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232D"/>
                </a:solidFill>
              </a:defRPr>
            </a:pPr>
            <a:r>
              <a:t>White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865F2"/>
                </a:solidFill>
              </a:defRPr>
            </a:pPr>
            <a:r>
              <a:t>ASSIGNMENT: UI/UX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340670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4. TYPOGRAPHY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881360" cy="228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658368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Discord uses clean, modern sans-serif typography throughout the interface.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Server names, channel names, usernames, and messages have clear visual hierarchy.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Different font weights and sizes help users understand what is important.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Readable text supports long conversations and quick scanning.</a:t>
            </a:r>
          </a:p>
        </p:txBody>
      </p:sp>
      <p:pic>
        <p:nvPicPr>
          <p:cNvPr id="13" name="Picture 12" descr="The image displays a login interface for Discord, featuring sections for email, OTP verification, password, and account creation.&#10;&#10;AI-generated content may be incorrect.">
            <a:extLst>
              <a:ext uri="{FF2B5EF4-FFF2-40B4-BE49-F238E27FC236}">
                <a16:creationId xmlns:a16="http://schemas.microsoft.com/office/drawing/2014/main" id="{5ED1B4B7-1ED0-F358-F142-1AF173488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267" y="2032000"/>
            <a:ext cx="3842177" cy="24584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865F2"/>
                </a:solidFill>
              </a:defRPr>
            </a:pPr>
            <a:r>
              <a:t>ASSIGNMENT: UI/UX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286809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5. USER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FLOW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881360" cy="228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2194560"/>
            <a:ext cx="594360" cy="594360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322576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6830" y="2971800"/>
            <a:ext cx="129234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Open Discord</a:t>
            </a:r>
          </a:p>
        </p:txBody>
      </p:sp>
      <p:sp>
        <p:nvSpPr>
          <p:cNvPr id="8" name="Chevron 7"/>
          <p:cNvSpPr/>
          <p:nvPr/>
        </p:nvSpPr>
        <p:spPr>
          <a:xfrm>
            <a:off x="1600200" y="2340864"/>
            <a:ext cx="1005840" cy="320040"/>
          </a:xfrm>
          <a:prstGeom prst="chevron">
            <a:avLst/>
          </a:prstGeom>
          <a:solidFill>
            <a:srgbClr val="D2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971800" y="2194560"/>
            <a:ext cx="594360" cy="594360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1800" y="2322576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276" y="2971800"/>
            <a:ext cx="149912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Choose a server</a:t>
            </a:r>
          </a:p>
        </p:txBody>
      </p:sp>
      <p:sp>
        <p:nvSpPr>
          <p:cNvPr id="12" name="Chevron 11"/>
          <p:cNvSpPr/>
          <p:nvPr/>
        </p:nvSpPr>
        <p:spPr>
          <a:xfrm>
            <a:off x="3749039" y="2340864"/>
            <a:ext cx="1005840" cy="320040"/>
          </a:xfrm>
          <a:prstGeom prst="chevron">
            <a:avLst/>
          </a:prstGeom>
          <a:solidFill>
            <a:srgbClr val="D2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120640" y="2194560"/>
            <a:ext cx="594360" cy="594360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0" y="2322576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0696" y="2971800"/>
            <a:ext cx="151996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Select a channel</a:t>
            </a:r>
          </a:p>
        </p:txBody>
      </p:sp>
      <p:sp>
        <p:nvSpPr>
          <p:cNvPr id="16" name="Chevron 15"/>
          <p:cNvSpPr/>
          <p:nvPr/>
        </p:nvSpPr>
        <p:spPr>
          <a:xfrm>
            <a:off x="5897880" y="2340864"/>
            <a:ext cx="1005840" cy="320040"/>
          </a:xfrm>
          <a:prstGeom prst="chevron">
            <a:avLst/>
          </a:prstGeom>
          <a:solidFill>
            <a:srgbClr val="D2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269480" y="2194560"/>
            <a:ext cx="594360" cy="594360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69480" y="2322576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2142" y="2971800"/>
            <a:ext cx="215475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Read or send a message</a:t>
            </a:r>
          </a:p>
        </p:txBody>
      </p:sp>
      <p:sp>
        <p:nvSpPr>
          <p:cNvPr id="20" name="Chevron 19"/>
          <p:cNvSpPr/>
          <p:nvPr/>
        </p:nvSpPr>
        <p:spPr>
          <a:xfrm>
            <a:off x="8046720" y="2340864"/>
            <a:ext cx="1005840" cy="320040"/>
          </a:xfrm>
          <a:prstGeom prst="chevron">
            <a:avLst/>
          </a:prstGeom>
          <a:solidFill>
            <a:srgbClr val="D2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418320" y="2194560"/>
            <a:ext cx="594360" cy="594360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0" y="2322576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7663" y="2971800"/>
            <a:ext cx="228139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Use voice/video if 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06240"/>
            <a:ext cx="10058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The main flow is direct: choose a community → choose a conversation → communicate.</a:t>
            </a:r>
          </a:p>
          <a:p>
            <a:pPr>
              <a:spcAft>
                <a:spcPts val="1200"/>
              </a:spcAft>
              <a:defRPr sz="16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Frequent actions are kept close to the conversation area.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865F2"/>
                </a:solidFill>
              </a:defRPr>
            </a:pPr>
            <a:r>
              <a:t>ASSIGNMENT: UI/UX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264207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STRENGTHS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881360" cy="228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8755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Well-organized server and channel structure.</a:t>
            </a:r>
          </a:p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Fast access to text, voice, and video communication.</a:t>
            </a:r>
          </a:p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Strong visual identity and consistent interface.</a:t>
            </a:r>
          </a:p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Good support for both small groups and large communities.</a:t>
            </a:r>
          </a:p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Clear feedback through icons, highlights, notifications, and status indicators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865F2"/>
                </a:solidFill>
              </a:defRPr>
            </a:pPr>
            <a:r>
              <a:t>ASSIGNMENT: UI/UX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299953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WEAKNESSES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881360" cy="228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87552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The interface can feel crowded when a user joins many servers.</a:t>
            </a:r>
          </a:p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New users may need time to understand servers, channels, roles, and permissions.</a:t>
            </a:r>
          </a:p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Frequent notifications can become distracting if not managed.</a:t>
            </a:r>
          </a:p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Some advanced settings and community features may be difficult for beginners.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865F2"/>
                </a:solidFill>
              </a:defRPr>
            </a:pPr>
            <a:r>
              <a:t>ASSIGNMENT: UI/UX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285046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85000"/>
                  </a:schemeClr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881360" cy="228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87552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Discord provides a strong example of community-focused UI/UX design.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Its organized navigation, consistent layout, dark color scheme, and clear typography support communication.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Although the interface can become complex for beginners, its structure becomes easier with regular use.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Overall, Discord offers an effective balance between functionality, customization, and user interaction.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865F2"/>
                </a:solidFill>
              </a:defRPr>
            </a:pPr>
            <a:r>
              <a:t>ASSIGNMENT: UI/UX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436209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LEARNING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881360" cy="228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87552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This experiment helped me understand how navigation, layout, color, typography, and user flow affect usability.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I learned how to identify strengths and weaknesses in a real mobile application's interface.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The analysis showed me how consistent design choices can make a complex application easier to use.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These principles can be applied when designing my own mobile applications in the </a:t>
            </a:r>
            <a:r>
              <a:rPr dirty="0"/>
              <a:t>future.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ree Discord Presentation Template – PPT &amp; Google Slides - SlideChef">
            <a:extLst>
              <a:ext uri="{FF2B5EF4-FFF2-40B4-BE49-F238E27FC236}">
                <a16:creationId xmlns:a16="http://schemas.microsoft.com/office/drawing/2014/main" id="{CAE00F70-7EE7-C2C8-0E6A-76924AD3A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287867"/>
            <a:ext cx="12192001" cy="714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71287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115</TotalTime>
  <Words>628</Words>
  <Application>Microsoft Office PowerPoint</Application>
  <PresentationFormat>Widescreen</PresentationFormat>
  <Paragraphs>76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Neue Haas Grotesk Text Pro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abishek002008@outlook.com</cp:lastModifiedBy>
  <cp:revision>2</cp:revision>
  <dcterms:created xsi:type="dcterms:W3CDTF">2013-01-27T09:14:16Z</dcterms:created>
  <dcterms:modified xsi:type="dcterms:W3CDTF">2026-10-22T08:38:07Z</dcterms:modified>
  <cp:category/>
</cp:coreProperties>
</file>